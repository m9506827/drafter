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1" r:id="rId4"/>
    <p:sldId id="256" r:id="rId5"/>
    <p:sldId id="257" r:id="rId6"/>
    <p:sldId id="258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00:25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510 0 24308,'-510'232'0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83011C-2458-D0D3-228F-323679180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8EC270C-F10A-8A55-B2FC-E627CA80B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A7C411-2498-9967-C433-911DC30C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14773F-FDE1-035D-E99C-F5D30169C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9C403A-615D-68FF-735C-4DAF970A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39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C404DE-257C-A0A1-47E4-CB52BC89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2033FC-9343-E2E0-FFE3-767216875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9EBD50-6394-7F22-7D73-571D0910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B92C6-7C22-1874-D75D-EA7ACA60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94AA7E-B619-01DC-A9A5-5689527F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654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DA9769-B894-B152-98AB-C4B65E07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D2936A-701A-2E8A-C95C-F2DD032FA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C4AF66-9471-1EB4-1124-300A3B08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5D9726-7886-6F6F-1E50-55F8AC4AC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C5B5C4-1D8B-C138-5BD6-74B81D2E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089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2642C5-8199-6CAD-B77F-D6980E248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27C3D3-FC30-8C27-0158-E9DC9BECA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F78987-4C4F-CAEB-CC3F-00F5FEB72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7528EF-EA70-F71C-70C6-46C7607E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E7406E-AFC3-74B4-7062-A37FBA0C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4A6B4D-37E0-4895-D1B0-04FD4344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824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E8E779-706A-D532-64CE-C6B8A77D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3F1E227-02D3-0594-BAD7-20D896C32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495101-5326-5B63-44B1-E15C15E42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BA207BA-9E7E-2027-06B1-4BA58CBF9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14609F3-A8F5-6398-5FAB-B12CD9C77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3BF0F1A-4E0A-9A3B-0670-DA0332A7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3B9419F-37CF-BB3B-AE96-4EAABFD1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448038E-F89D-D287-210B-4F7E4C95D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905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87D6F5-AB04-E9E2-57E7-566FA9AC4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D47F9FB-131F-D86D-ECAA-662D0F33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B2DBAD4-9AB1-B39A-BD28-14740BFA6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80B754-82FD-4D01-4D14-73F834D7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454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070A92B-0B44-34DF-2CF7-DEE166F0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B99F719-2B76-CB3C-A166-585A0B13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F6899E-DCEE-D2F2-043F-4B4B98DF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200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E4274D-EAF6-B07F-B718-6C7AAA34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029874-A301-A6F6-5F19-84EEC1FBB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824C438-F910-173D-0690-FDE33B3BC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8BCB1F-DC23-18BB-24F7-BE0D7043E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1CB600-8D56-FE30-3ED8-68E63A70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8848A6-58C4-1506-2FD2-E6BC7C04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746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CE0ED-15F1-12CB-CBFB-4A188C71E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062E175-15F0-C1B5-9D61-4D4A7B12F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268B11-6BEE-AB1E-A748-C3955CCFC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0814B5-B34F-F750-F0C3-42A998AB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44F123-839A-E4CD-4324-3142A397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5C3976-180B-3A24-95E9-E84C2A3E0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27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114D2-8F6B-84F7-C96E-E3D47E32E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7FC0FEE-640D-B6F4-E905-CDD71562B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BED955-0662-F716-264B-B213F14C5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E6BCA2-ECB3-951E-E3D9-9B55EA54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4DC2C-EF35-543A-43C2-794BBB6A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99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8DB1CC9-9907-5590-77EF-634BCCB36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0CF736-CC6A-6A70-E733-B8A3D7675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EDA11C-88B0-A59B-9717-162CBBA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7FD509-F10A-6ED4-4857-A5B97204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7E8805-7E67-4DAC-919B-6E7E1B4E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439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290B4D1-013F-40E5-8EFB-15F85E71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4F139-818B-7A3E-0F8A-55D6A173C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00FDAF-BA9A-4041-4716-CE929AD65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6075F-D848-444F-94A0-BD5E03F4E116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D6D624-E99E-53A1-8F86-C3DB95C82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E715F7-572E-C1AE-F449-BE2312BD1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537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B8FEEE7-C64B-E9C0-D0D2-6100032E2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28" y="0"/>
            <a:ext cx="9694077" cy="6858000"/>
          </a:xfrm>
          <a:prstGeom prst="rect">
            <a:avLst/>
          </a:prstGeom>
        </p:spPr>
      </p:pic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F8A165D1-F13A-C04E-101F-96D5DC0BDDE5}"/>
              </a:ext>
            </a:extLst>
          </p:cNvPr>
          <p:cNvCxnSpPr/>
          <p:nvPr/>
        </p:nvCxnSpPr>
        <p:spPr>
          <a:xfrm flipH="1" flipV="1">
            <a:off x="5258511" y="1698669"/>
            <a:ext cx="837488" cy="2264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EA320B12-76F1-39F3-7541-AEE6A6A95F46}"/>
              </a:ext>
            </a:extLst>
          </p:cNvPr>
          <p:cNvCxnSpPr/>
          <p:nvPr/>
        </p:nvCxnSpPr>
        <p:spPr>
          <a:xfrm flipH="1" flipV="1">
            <a:off x="5349667" y="2359374"/>
            <a:ext cx="640935" cy="1649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C6E37D5-FB22-5F04-2545-3656DD3943D1}"/>
              </a:ext>
            </a:extLst>
          </p:cNvPr>
          <p:cNvCxnSpPr/>
          <p:nvPr/>
        </p:nvCxnSpPr>
        <p:spPr>
          <a:xfrm flipH="1" flipV="1">
            <a:off x="3133091" y="5915730"/>
            <a:ext cx="2367185" cy="196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8485366-06B1-4A07-96C4-270C8FA403AB}"/>
              </a:ext>
            </a:extLst>
          </p:cNvPr>
          <p:cNvSpPr txBox="1"/>
          <p:nvPr/>
        </p:nvSpPr>
        <p:spPr>
          <a:xfrm>
            <a:off x="5067656" y="4236001"/>
            <a:ext cx="2723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以三個中心線端點的平面</a:t>
            </a:r>
            <a:endParaRPr lang="en-US" altLang="zh-TW" dirty="0"/>
          </a:p>
          <a:p>
            <a:r>
              <a:rPr lang="zh-TW" altLang="en-US" dirty="0"/>
              <a:t>產生一個</a:t>
            </a:r>
            <a:r>
              <a:rPr lang="en-US" altLang="zh-TW" dirty="0"/>
              <a:t>2D</a:t>
            </a:r>
            <a:r>
              <a:rPr lang="zh-TW" altLang="en-US" dirty="0"/>
              <a:t>視圖</a:t>
            </a:r>
            <a:endParaRPr lang="en-US" altLang="zh-TW" dirty="0"/>
          </a:p>
          <a:p>
            <a:r>
              <a:rPr lang="zh-TW" altLang="en-US" dirty="0"/>
              <a:t>然後標註端點距離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74463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592555E-0CAF-A4D4-AEFE-D89E3246E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74" y="766916"/>
            <a:ext cx="9714271" cy="525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1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1A126F0-5F67-0449-FD8E-9208154FB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7" y="-136733"/>
            <a:ext cx="9694077" cy="6858000"/>
          </a:xfrm>
          <a:prstGeom prst="rect">
            <a:avLst/>
          </a:prstGeom>
        </p:spPr>
      </p:pic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C563FA92-CBFC-0B48-4A3B-500841DB9CBA}"/>
              </a:ext>
            </a:extLst>
          </p:cNvPr>
          <p:cNvCxnSpPr>
            <a:cxnSpLocks/>
          </p:cNvCxnSpPr>
          <p:nvPr/>
        </p:nvCxnSpPr>
        <p:spPr>
          <a:xfrm>
            <a:off x="3999432" y="3768695"/>
            <a:ext cx="1187865" cy="222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CC71D04-769D-D2A6-588D-1383D41CF11E}"/>
              </a:ext>
            </a:extLst>
          </p:cNvPr>
          <p:cNvSpPr txBox="1"/>
          <p:nvPr/>
        </p:nvSpPr>
        <p:spPr>
          <a:xfrm>
            <a:off x="2198939" y="355746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中心線末端打點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1302228-03AA-EA02-4E6D-8AB00E97B144}"/>
              </a:ext>
            </a:extLst>
          </p:cNvPr>
          <p:cNvSpPr txBox="1"/>
          <p:nvPr/>
        </p:nvSpPr>
        <p:spPr>
          <a:xfrm>
            <a:off x="5853868" y="3372794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</a:t>
            </a:r>
            <a:r>
              <a:rPr lang="zh-TW" altLang="en-US" dirty="0"/>
              <a:t> </a:t>
            </a:r>
            <a:r>
              <a:rPr lang="en-US" altLang="zh-TW" dirty="0"/>
              <a:t>X</a:t>
            </a:r>
            <a:r>
              <a:rPr lang="zh-TW" altLang="en-US" dirty="0"/>
              <a:t> </a:t>
            </a:r>
            <a:r>
              <a:rPr lang="en-US" altLang="zh-TW" dirty="0"/>
              <a:t>PI</a:t>
            </a:r>
            <a:r>
              <a:rPr lang="zh-TW" altLang="en-US" dirty="0"/>
              <a:t> </a:t>
            </a:r>
            <a:r>
              <a:rPr lang="en-US" altLang="zh-TW" dirty="0"/>
              <a:t>X</a:t>
            </a:r>
            <a:r>
              <a:rPr lang="zh-TW" altLang="en-US" dirty="0"/>
              <a:t> </a:t>
            </a:r>
            <a:r>
              <a:rPr lang="en-US" altLang="zh-TW" dirty="0"/>
              <a:t>CSC(</a:t>
            </a:r>
            <a:r>
              <a:rPr lang="zh-TW" altLang="en-US" dirty="0"/>
              <a:t>仰角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2BAEDD3-5D6E-8905-671B-95E1612AF68F}"/>
              </a:ext>
            </a:extLst>
          </p:cNvPr>
          <p:cNvCxnSpPr>
            <a:stCxn id="8" idx="0"/>
          </p:cNvCxnSpPr>
          <p:nvPr/>
        </p:nvCxnSpPr>
        <p:spPr>
          <a:xfrm flipV="1">
            <a:off x="6856707" y="3127761"/>
            <a:ext cx="313214" cy="245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2117869-390A-15DA-FABD-A3A2E4F2E0D0}"/>
              </a:ext>
            </a:extLst>
          </p:cNvPr>
          <p:cNvSpPr txBox="1"/>
          <p:nvPr/>
        </p:nvSpPr>
        <p:spPr>
          <a:xfrm>
            <a:off x="5930781" y="52642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高低差</a:t>
            </a:r>
          </a:p>
        </p:txBody>
      </p:sp>
      <p:sp>
        <p:nvSpPr>
          <p:cNvPr id="15" name="箭號: 弧形下彎 14">
            <a:extLst>
              <a:ext uri="{FF2B5EF4-FFF2-40B4-BE49-F238E27FC236}">
                <a16:creationId xmlns:a16="http://schemas.microsoft.com/office/drawing/2014/main" id="{C81483FB-E53C-F40E-FA5B-ADA3CDBF0F7C}"/>
              </a:ext>
            </a:extLst>
          </p:cNvPr>
          <p:cNvSpPr/>
          <p:nvPr/>
        </p:nvSpPr>
        <p:spPr>
          <a:xfrm>
            <a:off x="3110669" y="1410056"/>
            <a:ext cx="2657742" cy="9144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CBF2D5F-0A15-85E9-ED92-2FBFE54CC025}"/>
              </a:ext>
            </a:extLst>
          </p:cNvPr>
          <p:cNvSpPr txBox="1"/>
          <p:nvPr/>
        </p:nvSpPr>
        <p:spPr>
          <a:xfrm>
            <a:off x="4607373" y="789008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往上順時針上是左螺旋</a:t>
            </a:r>
            <a:endParaRPr lang="en-US" altLang="zh-TW" dirty="0"/>
          </a:p>
          <a:p>
            <a:r>
              <a:rPr lang="zh-TW" altLang="en-US" dirty="0"/>
              <a:t>逆時針是右螺旋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78401D6-68E1-9EEB-CD49-AFC422D370DD}"/>
              </a:ext>
            </a:extLst>
          </p:cNvPr>
          <p:cNvSpPr txBox="1"/>
          <p:nvPr/>
        </p:nvSpPr>
        <p:spPr>
          <a:xfrm>
            <a:off x="6096000" y="417648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上下軌道間距離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96D482D-E772-6E9E-E377-E283F54A4335}"/>
              </a:ext>
            </a:extLst>
          </p:cNvPr>
          <p:cNvSpPr txBox="1"/>
          <p:nvPr/>
        </p:nvSpPr>
        <p:spPr>
          <a:xfrm>
            <a:off x="7610764" y="2469734"/>
            <a:ext cx="290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TAN(</a:t>
            </a:r>
            <a:r>
              <a:rPr lang="zh-TW" altLang="en-US" dirty="0"/>
              <a:t>仰角</a:t>
            </a:r>
            <a:r>
              <a:rPr lang="en-US" altLang="zh-TW" dirty="0"/>
              <a:t>)=R260XPI/</a:t>
            </a:r>
            <a:r>
              <a:rPr lang="zh-TW" altLang="en-US" dirty="0"/>
              <a:t>高低差</a:t>
            </a:r>
          </a:p>
        </p:txBody>
      </p:sp>
    </p:spTree>
    <p:extLst>
      <p:ext uri="{BB962C8B-B14F-4D97-AF65-F5344CB8AC3E}">
        <p14:creationId xmlns:p14="http://schemas.microsoft.com/office/powerpoint/2010/main" val="239341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81720F-CB5E-D2F2-90E3-956B8F8887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67A9614-B219-57E2-0CE5-6CDCC86F0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0D60E47-4ED4-BAE1-4ABF-16EBEF94B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62" y="-101600"/>
            <a:ext cx="9694077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898EF0E-BACB-6B5D-7C98-F8D714E43183}"/>
              </a:ext>
            </a:extLst>
          </p:cNvPr>
          <p:cNvSpPr txBox="1"/>
          <p:nvPr/>
        </p:nvSpPr>
        <p:spPr>
          <a:xfrm>
            <a:off x="5061527" y="785091"/>
            <a:ext cx="1810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每支鐵管的尺寸標在右上的表格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548D85-C2EE-8D24-EEBE-04BEB61D799A}"/>
              </a:ext>
            </a:extLst>
          </p:cNvPr>
          <p:cNvSpPr txBox="1"/>
          <p:nvPr/>
        </p:nvSpPr>
        <p:spPr>
          <a:xfrm>
            <a:off x="1874982" y="581891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嘗試讓</a:t>
            </a:r>
            <a:r>
              <a:rPr lang="en-US" altLang="zh-TW" dirty="0"/>
              <a:t>AI</a:t>
            </a:r>
            <a:r>
              <a:rPr lang="zh-TW" altLang="en-US" dirty="0"/>
              <a:t>繪製出鐵管中心線</a:t>
            </a:r>
            <a:endParaRPr lang="en-US" altLang="zh-TW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222CA49-A5DA-6AFD-5BDA-7276DFEBFACF}"/>
              </a:ext>
            </a:extLst>
          </p:cNvPr>
          <p:cNvCxnSpPr/>
          <p:nvPr/>
        </p:nvCxnSpPr>
        <p:spPr>
          <a:xfrm flipH="1" flipV="1">
            <a:off x="4027055" y="2881745"/>
            <a:ext cx="1339272" cy="10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D9E47EC-4B5C-8505-74EA-0077FCEE2734}"/>
              </a:ext>
            </a:extLst>
          </p:cNvPr>
          <p:cNvSpPr txBox="1"/>
          <p:nvPr/>
        </p:nvSpPr>
        <p:spPr>
          <a:xfrm>
            <a:off x="5430983" y="2983345"/>
            <a:ext cx="22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這條線是外弧長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3792EA85-2496-F168-1C37-E8D37B122AD4}"/>
                  </a:ext>
                </a:extLst>
              </p14:cNvPr>
              <p14:cNvContentPartPr/>
              <p14:nvPr/>
            </p14:nvContentPartPr>
            <p14:xfrm>
              <a:off x="3916905" y="2816693"/>
              <a:ext cx="183960" cy="83880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3792EA85-2496-F168-1C37-E8D37B122A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0785" y="2810573"/>
                <a:ext cx="196200" cy="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485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9BD7436-30CC-F463-0DB6-E0D30395E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299" y="793750"/>
            <a:ext cx="7609402" cy="5383213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9FC5B85-3446-1CDD-ECC2-03677D8AEAFB}"/>
              </a:ext>
            </a:extLst>
          </p:cNvPr>
          <p:cNvSpPr txBox="1"/>
          <p:nvPr/>
        </p:nvSpPr>
        <p:spPr>
          <a:xfrm>
            <a:off x="3888509" y="158865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鐵管間的距離</a:t>
            </a:r>
          </a:p>
        </p:txBody>
      </p:sp>
    </p:spTree>
    <p:extLst>
      <p:ext uri="{BB962C8B-B14F-4D97-AF65-F5344CB8AC3E}">
        <p14:creationId xmlns:p14="http://schemas.microsoft.com/office/powerpoint/2010/main" val="390778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183A35F-A63D-5EF5-FA46-6CA8C64D8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961" y="0"/>
            <a:ext cx="9694077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E069D68-CEAD-10CB-8B8B-6C9D3B419ED2}"/>
              </a:ext>
            </a:extLst>
          </p:cNvPr>
          <p:cNvSpPr txBox="1"/>
          <p:nvPr/>
        </p:nvSpPr>
        <p:spPr>
          <a:xfrm>
            <a:off x="3260436" y="932873"/>
            <a:ext cx="3486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腳架根支架的位置標在上管</a:t>
            </a:r>
            <a:endParaRPr lang="en-US" altLang="zh-TW" dirty="0"/>
          </a:p>
          <a:p>
            <a:r>
              <a:rPr lang="zh-TW" altLang="en-US" dirty="0"/>
              <a:t>角度隨意 腳架長度</a:t>
            </a:r>
            <a:r>
              <a:rPr lang="en-US" altLang="zh-TW" dirty="0"/>
              <a:t>-50</a:t>
            </a:r>
            <a:r>
              <a:rPr lang="zh-TW" altLang="en-US" dirty="0"/>
              <a:t>就是總長</a:t>
            </a:r>
            <a:r>
              <a:rPr lang="en-US" altLang="zh-TW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53687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101</Words>
  <Application>Microsoft Office PowerPoint</Application>
  <PresentationFormat>寬螢幕</PresentationFormat>
  <Paragraphs>16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世旭 汪</dc:creator>
  <cp:lastModifiedBy>棟彝 欒</cp:lastModifiedBy>
  <cp:revision>5</cp:revision>
  <dcterms:created xsi:type="dcterms:W3CDTF">2026-01-27T06:53:05Z</dcterms:created>
  <dcterms:modified xsi:type="dcterms:W3CDTF">2026-01-29T16:12:28Z</dcterms:modified>
</cp:coreProperties>
</file>